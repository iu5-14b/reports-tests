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10/6/2025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90143-3F5F-8696-C024-48C60E3A0A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288" y="665163"/>
            <a:ext cx="11323320" cy="2387600"/>
          </a:xfrm>
        </p:spPr>
        <p:txBody>
          <a:bodyPr>
            <a:normAutofit/>
          </a:bodyPr>
          <a:lstStyle/>
          <a:p>
            <a:r>
              <a:rPr lang="ru-RU" dirty="0"/>
              <a:t>Задание 4: «Конвертер величин»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9F9E9D-352E-FCDF-36B8-B356D4D94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2916" y="3328416"/>
            <a:ext cx="9726168" cy="2589085"/>
          </a:xfrm>
        </p:spPr>
        <p:txBody>
          <a:bodyPr/>
          <a:lstStyle/>
          <a:p>
            <a:r>
              <a:rPr lang="ru-RU" dirty="0"/>
              <a:t>Выполнили студенты группы ИУ5-14Б:</a:t>
            </a:r>
          </a:p>
          <a:p>
            <a:r>
              <a:rPr lang="ru-RU" dirty="0"/>
              <a:t>Бутузов Роман</a:t>
            </a:r>
          </a:p>
          <a:p>
            <a:r>
              <a:rPr lang="ru-RU" dirty="0"/>
              <a:t>Корнеев Григорий</a:t>
            </a:r>
          </a:p>
          <a:p>
            <a:r>
              <a:rPr lang="ru-RU" dirty="0"/>
              <a:t>Лимаренко Дарья</a:t>
            </a:r>
          </a:p>
          <a:p>
            <a:r>
              <a:rPr lang="ru-RU" dirty="0"/>
              <a:t>Стеганцева Ксения</a:t>
            </a:r>
          </a:p>
        </p:txBody>
      </p:sp>
    </p:spTree>
    <p:extLst>
      <p:ext uri="{BB962C8B-B14F-4D97-AF65-F5344CB8AC3E}">
        <p14:creationId xmlns:p14="http://schemas.microsoft.com/office/powerpoint/2010/main" val="67972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B2564-8913-FF00-E9F2-E8F7EF08F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499"/>
            <a:ext cx="10515600" cy="1078611"/>
          </a:xfrm>
        </p:spPr>
        <p:txBody>
          <a:bodyPr/>
          <a:lstStyle/>
          <a:p>
            <a:r>
              <a:rPr lang="ru-RU" dirty="0"/>
              <a:t>Задача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15A0E3-B41E-6D80-8AD0-37F130858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29969"/>
            <a:ext cx="10982198" cy="3840226"/>
          </a:xfrm>
        </p:spPr>
        <p:txBody>
          <a:bodyPr>
            <a:normAutofit fontScale="92500"/>
          </a:bodyPr>
          <a:lstStyle/>
          <a:p>
            <a:pPr algn="just"/>
            <a:r>
              <a:rPr lang="ru-RU" b="1" dirty="0">
                <a:solidFill>
                  <a:schemeClr val="tx1"/>
                </a:solidFill>
              </a:rPr>
              <a:t>Задача:</a:t>
            </a:r>
            <a:r>
              <a:rPr lang="ru-RU" dirty="0">
                <a:solidFill>
                  <a:schemeClr val="tx1"/>
                </a:solidFill>
              </a:rPr>
              <a:t> создать модуль для перевода между разными системами измерений.</a:t>
            </a:r>
          </a:p>
          <a:p>
            <a:pPr algn="just"/>
            <a:r>
              <a:rPr lang="ru-RU" b="1" dirty="0">
                <a:solidFill>
                  <a:schemeClr val="tx1"/>
                </a:solidFill>
              </a:rPr>
              <a:t>Задание: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1. Создайте перечисление `</a:t>
            </a:r>
            <a:r>
              <a:rPr lang="en-US" dirty="0" err="1">
                <a:solidFill>
                  <a:schemeClr val="tx1"/>
                </a:solidFill>
              </a:rPr>
              <a:t>enum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TemperatureUnit</a:t>
            </a:r>
            <a:r>
              <a:rPr lang="en-US" dirty="0">
                <a:solidFill>
                  <a:schemeClr val="tx1"/>
                </a:solidFill>
              </a:rPr>
              <a:t> { CELSIUS, FAHRENHEIT, KELVIN }`.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2. </a:t>
            </a:r>
            <a:r>
              <a:rPr lang="ru-RU" dirty="0">
                <a:solidFill>
                  <a:schemeClr val="tx1"/>
                </a:solidFill>
              </a:rPr>
              <a:t>Напишите функцию `</a:t>
            </a:r>
            <a:r>
              <a:rPr lang="en-US" dirty="0">
                <a:solidFill>
                  <a:schemeClr val="tx1"/>
                </a:solidFill>
              </a:rPr>
              <a:t>double </a:t>
            </a:r>
            <a:r>
              <a:rPr lang="en-US" dirty="0" err="1">
                <a:solidFill>
                  <a:schemeClr val="tx1"/>
                </a:solidFill>
              </a:rPr>
              <a:t>convertTemperature</a:t>
            </a:r>
            <a:r>
              <a:rPr lang="en-US" dirty="0">
                <a:solidFill>
                  <a:schemeClr val="tx1"/>
                </a:solidFill>
              </a:rPr>
              <a:t>(double value, </a:t>
            </a:r>
            <a:r>
              <a:rPr lang="en-US" dirty="0" err="1">
                <a:solidFill>
                  <a:schemeClr val="tx1"/>
                </a:solidFill>
              </a:rPr>
              <a:t>TemperatureUnit</a:t>
            </a:r>
            <a:r>
              <a:rPr lang="en-US" dirty="0">
                <a:solidFill>
                  <a:schemeClr val="tx1"/>
                </a:solidFill>
              </a:rPr>
              <a:t> from, </a:t>
            </a:r>
            <a:r>
              <a:rPr lang="en-US" dirty="0" err="1">
                <a:solidFill>
                  <a:schemeClr val="tx1"/>
                </a:solidFill>
              </a:rPr>
              <a:t>TemperatureUnit</a:t>
            </a:r>
            <a:r>
              <a:rPr lang="en-US" dirty="0">
                <a:solidFill>
                  <a:schemeClr val="tx1"/>
                </a:solidFill>
              </a:rPr>
              <a:t> to)`.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3. </a:t>
            </a:r>
            <a:r>
              <a:rPr lang="ru-RU" dirty="0">
                <a:solidFill>
                  <a:schemeClr val="tx1"/>
                </a:solidFill>
              </a:rPr>
              <a:t>Аналогично напишите функции для конвертации валют (по фиксированному курсу) и длины (мили в километры и т.д.).</a:t>
            </a:r>
          </a:p>
          <a:p>
            <a:pPr algn="just"/>
            <a:r>
              <a:rPr lang="ru-RU" dirty="0">
                <a:solidFill>
                  <a:schemeClr val="tx1"/>
                </a:solidFill>
              </a:rPr>
              <a:t>4. Напишите функцию `</a:t>
            </a:r>
            <a:r>
              <a:rPr lang="en-US" dirty="0">
                <a:solidFill>
                  <a:schemeClr val="tx1"/>
                </a:solidFill>
              </a:rPr>
              <a:t>void </a:t>
            </a:r>
            <a:r>
              <a:rPr lang="en-US" dirty="0" err="1">
                <a:solidFill>
                  <a:schemeClr val="tx1"/>
                </a:solidFill>
              </a:rPr>
              <a:t>runConverter</a:t>
            </a:r>
            <a:r>
              <a:rPr lang="en-US" dirty="0">
                <a:solidFill>
                  <a:schemeClr val="tx1"/>
                </a:solidFill>
              </a:rPr>
              <a:t>()`, </a:t>
            </a:r>
            <a:r>
              <a:rPr lang="ru-RU" dirty="0">
                <a:solidFill>
                  <a:schemeClr val="tx1"/>
                </a:solidFill>
              </a:rPr>
              <a:t>которая предлагает пользователю выбрать тип конвертации и ввести данные.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035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92C296B-9338-EA64-DCAD-71D8AF9C41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374" y="208915"/>
            <a:ext cx="7514893" cy="644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63601C-18D4-A471-120D-0371AB5C7FB3}"/>
              </a:ext>
            </a:extLst>
          </p:cNvPr>
          <p:cNvSpPr txBox="1"/>
          <p:nvPr/>
        </p:nvSpPr>
        <p:spPr>
          <a:xfrm>
            <a:off x="747437" y="2767279"/>
            <a:ext cx="3784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/>
              <a:t>ФАЙЛ </a:t>
            </a:r>
            <a:r>
              <a:rPr lang="en-US" sz="4000" b="1" dirty="0" err="1"/>
              <a:t>converter.h</a:t>
            </a:r>
            <a:r>
              <a:rPr lang="ru-RU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651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AFEE859-1684-8155-382F-B6A21064A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16" y="230836"/>
            <a:ext cx="4617720" cy="63963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11CE44-EDB4-B75C-3AE4-78F874368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5672" y="230837"/>
            <a:ext cx="4346448" cy="639632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CF492A-54D2-44F1-577F-93E6FE72D693}"/>
              </a:ext>
            </a:extLst>
          </p:cNvPr>
          <p:cNvSpPr txBox="1"/>
          <p:nvPr/>
        </p:nvSpPr>
        <p:spPr>
          <a:xfrm>
            <a:off x="9342120" y="2890388"/>
            <a:ext cx="31059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+mj-lt"/>
              </a:rPr>
              <a:t>ФАЙЛ </a:t>
            </a:r>
            <a:r>
              <a:rPr lang="en-US" sz="3200" b="1" dirty="0">
                <a:latin typeface="+mj-lt"/>
              </a:rPr>
              <a:t>converter.cpp </a:t>
            </a:r>
          </a:p>
        </p:txBody>
      </p:sp>
    </p:spTree>
    <p:extLst>
      <p:ext uri="{BB962C8B-B14F-4D97-AF65-F5344CB8AC3E}">
        <p14:creationId xmlns:p14="http://schemas.microsoft.com/office/powerpoint/2010/main" val="1128674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12D05A-2D0D-1427-2E7C-02A4BA5AC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240" y="1078992"/>
            <a:ext cx="7595129" cy="4700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ECD545-3EFB-1DF5-1208-CF0EE5554385}"/>
              </a:ext>
            </a:extLst>
          </p:cNvPr>
          <p:cNvSpPr txBox="1"/>
          <p:nvPr/>
        </p:nvSpPr>
        <p:spPr>
          <a:xfrm>
            <a:off x="944118" y="2644170"/>
            <a:ext cx="32621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>
                <a:latin typeface="+mj-lt"/>
              </a:rPr>
              <a:t>ФАЙЛ </a:t>
            </a:r>
            <a:r>
              <a:rPr lang="en-US" sz="4800" b="1" dirty="0">
                <a:latin typeface="+mj-lt"/>
              </a:rPr>
              <a:t>main.cpp </a:t>
            </a:r>
          </a:p>
        </p:txBody>
      </p:sp>
    </p:spTree>
    <p:extLst>
      <p:ext uri="{BB962C8B-B14F-4D97-AF65-F5344CB8AC3E}">
        <p14:creationId xmlns:p14="http://schemas.microsoft.com/office/powerpoint/2010/main" val="825126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25E667-1401-B6B3-A6E6-025661B8E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455" y="1889211"/>
            <a:ext cx="8911887" cy="38322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305CF3-921C-1AEB-3FD1-5A39865D50DF}"/>
              </a:ext>
            </a:extLst>
          </p:cNvPr>
          <p:cNvSpPr txBox="1"/>
          <p:nvPr/>
        </p:nvSpPr>
        <p:spPr>
          <a:xfrm>
            <a:off x="2255519" y="509939"/>
            <a:ext cx="94488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/>
              <a:t>КОНВЕРТЕР ТЕМПЕРАТУР</a:t>
            </a:r>
            <a:r>
              <a:rPr lang="ru-RU" sz="4800" b="1" dirty="0">
                <a:solidFill>
                  <a:schemeClr val="tx1"/>
                </a:solidFill>
              </a:rPr>
              <a:t> 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355458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228D87-400E-7D03-DC31-3EB93AD00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33" y="2076467"/>
            <a:ext cx="10303933" cy="30712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A17477-2E14-B8CC-1C10-95B14491406D}"/>
              </a:ext>
            </a:extLst>
          </p:cNvPr>
          <p:cNvSpPr txBox="1"/>
          <p:nvPr/>
        </p:nvSpPr>
        <p:spPr>
          <a:xfrm>
            <a:off x="3131651" y="656692"/>
            <a:ext cx="8873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/>
              <a:t>КОНВЕРТЕР ДЛИН</a:t>
            </a:r>
            <a:r>
              <a:rPr lang="ru-RU" sz="4800" b="1" dirty="0">
                <a:solidFill>
                  <a:schemeClr val="tx1"/>
                </a:solidFill>
              </a:rPr>
              <a:t> 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2663289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006929E-385D-39B3-92BE-EE145B20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636691"/>
            <a:ext cx="8991600" cy="445084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FB01C55-1FBD-02D7-CF3E-8F7AFC68CE65}"/>
              </a:ext>
            </a:extLst>
          </p:cNvPr>
          <p:cNvSpPr txBox="1"/>
          <p:nvPr/>
        </p:nvSpPr>
        <p:spPr>
          <a:xfrm>
            <a:off x="2790952" y="424056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800" b="1" dirty="0"/>
              <a:t>КОНВЕРТЕР ВАЛЮТ</a:t>
            </a:r>
            <a:r>
              <a:rPr lang="ru-RU" sz="4800" b="1" dirty="0">
                <a:solidFill>
                  <a:schemeClr val="tx1"/>
                </a:solidFill>
              </a:rPr>
              <a:t> </a:t>
            </a:r>
            <a:endParaRPr lang="ru-RU" sz="4800" b="1" dirty="0"/>
          </a:p>
        </p:txBody>
      </p:sp>
    </p:spTree>
    <p:extLst>
      <p:ext uri="{BB962C8B-B14F-4D97-AF65-F5344CB8AC3E}">
        <p14:creationId xmlns:p14="http://schemas.microsoft.com/office/powerpoint/2010/main" val="327590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5FE851-B7B1-5758-9E0F-E24E872A0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250" y="695441"/>
            <a:ext cx="10515600" cy="786573"/>
          </a:xfrm>
        </p:spPr>
        <p:txBody>
          <a:bodyPr>
            <a:normAutofit fontScale="90000"/>
          </a:bodyPr>
          <a:lstStyle/>
          <a:p>
            <a:r>
              <a:rPr lang="ru-RU" dirty="0"/>
              <a:t>Выводы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7F0B8C-E110-54C2-B81F-DD28FCF9A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4250" y="2175934"/>
            <a:ext cx="10886017" cy="3593338"/>
          </a:xfrm>
        </p:spPr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</a:rPr>
              <a:t>1) </a:t>
            </a:r>
            <a:r>
              <a:rPr lang="ru-RU" sz="2800" dirty="0">
                <a:solidFill>
                  <a:schemeClr val="tx1"/>
                </a:solidFill>
              </a:rPr>
              <a:t>Реализован «Конвертер величин»</a:t>
            </a:r>
            <a:endParaRPr lang="en-US" sz="2800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2</a:t>
            </a:r>
            <a:r>
              <a:rPr lang="ru-RU" sz="2800" dirty="0">
                <a:solidFill>
                  <a:schemeClr val="tx1"/>
                </a:solidFill>
              </a:rPr>
              <a:t>) Одна большая задача была разбита на небольшие функции.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3</a:t>
            </a:r>
            <a:r>
              <a:rPr lang="ru-RU" sz="2800" dirty="0">
                <a:solidFill>
                  <a:schemeClr val="tx1"/>
                </a:solidFill>
              </a:rPr>
              <a:t>) Читаемость кода – благодаря функциям, </a:t>
            </a:r>
            <a:r>
              <a:rPr lang="ru-RU" sz="2800" dirty="0" err="1">
                <a:solidFill>
                  <a:schemeClr val="tx1"/>
                </a:solidFill>
              </a:rPr>
              <a:t>main</a:t>
            </a:r>
            <a:r>
              <a:rPr lang="ru-RU" sz="2800" dirty="0">
                <a:solidFill>
                  <a:schemeClr val="tx1"/>
                </a:solidFill>
              </a:rPr>
              <a:t>() стала короткой и понятной.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4</a:t>
            </a:r>
            <a:r>
              <a:rPr lang="ru-RU" sz="2800" dirty="0">
                <a:solidFill>
                  <a:schemeClr val="tx1"/>
                </a:solidFill>
              </a:rPr>
              <a:t>) Потенциал для повторного использования – функции можно легко перенести в другие проекты.</a:t>
            </a:r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4127565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65</TotalTime>
  <Words>174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Univers</vt:lpstr>
      <vt:lpstr>GradientVTI</vt:lpstr>
      <vt:lpstr>Задание 4: «Конвертер величин»</vt:lpstr>
      <vt:lpstr>Задача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Лимаренко</dc:creator>
  <cp:lastModifiedBy>Дарья Лимаренко</cp:lastModifiedBy>
  <cp:revision>5</cp:revision>
  <dcterms:created xsi:type="dcterms:W3CDTF">2025-10-06T09:04:19Z</dcterms:created>
  <dcterms:modified xsi:type="dcterms:W3CDTF">2025-10-06T18:25:42Z</dcterms:modified>
</cp:coreProperties>
</file>