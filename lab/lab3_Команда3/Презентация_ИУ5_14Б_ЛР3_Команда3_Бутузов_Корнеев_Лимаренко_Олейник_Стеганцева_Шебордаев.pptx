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7" r:id="rId4"/>
    <p:sldId id="261" r:id="rId5"/>
    <p:sldId id="266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6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90143-3F5F-8696-C024-48C60E3A0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705" y="900260"/>
            <a:ext cx="11381295" cy="2152503"/>
          </a:xfrm>
        </p:spPr>
        <p:txBody>
          <a:bodyPr>
            <a:noAutofit/>
          </a:bodyPr>
          <a:lstStyle/>
          <a:p>
            <a:r>
              <a:rPr lang="en-US" sz="5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ЛАБОРАТОРНАЯ РАБОТА №3</a:t>
            </a:r>
            <a:r>
              <a:rPr lang="ru-RU" sz="5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ru-RU" sz="5000" dirty="0"/>
              <a:t>«КЕЙС «ШИФРОВАЛЬЩИК СООБЩЕНИЙ (МЕССЕНДЖЕР)»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9F9E9D-352E-FCDF-36B8-B356D4D94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002" y="3945118"/>
            <a:ext cx="11333014" cy="2733773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dirty="0"/>
              <a:t>Выполнили студенты группы ИУ5-14Б:</a:t>
            </a:r>
          </a:p>
          <a:p>
            <a:pPr algn="r"/>
            <a:r>
              <a:rPr lang="ru-RU" dirty="0"/>
              <a:t>Бутузов Роман</a:t>
            </a:r>
          </a:p>
          <a:p>
            <a:pPr algn="r"/>
            <a:r>
              <a:rPr lang="ru-RU" dirty="0"/>
              <a:t>Корнеев Григорий</a:t>
            </a:r>
          </a:p>
          <a:p>
            <a:pPr algn="r"/>
            <a:r>
              <a:rPr lang="ru-RU" dirty="0"/>
              <a:t>Лимаренко Дарья</a:t>
            </a:r>
          </a:p>
          <a:p>
            <a:pPr algn="r"/>
            <a:r>
              <a:rPr lang="en-US" dirty="0" err="1"/>
              <a:t>Олейник</a:t>
            </a:r>
            <a:r>
              <a:rPr lang="en-US" dirty="0"/>
              <a:t> В</a:t>
            </a:r>
            <a:r>
              <a:rPr lang="ru-RU" dirty="0" err="1"/>
              <a:t>ладимир</a:t>
            </a:r>
            <a:endParaRPr lang="ru-RU" dirty="0"/>
          </a:p>
          <a:p>
            <a:pPr algn="r"/>
            <a:r>
              <a:rPr lang="ru-RU" dirty="0" err="1"/>
              <a:t>Стеганцева</a:t>
            </a:r>
            <a:r>
              <a:rPr lang="ru-RU" dirty="0"/>
              <a:t> Ксения</a:t>
            </a:r>
          </a:p>
          <a:p>
            <a:pPr algn="r"/>
            <a:r>
              <a:rPr lang="en-US" dirty="0" err="1"/>
              <a:t>Шебордаев</a:t>
            </a:r>
            <a:r>
              <a:rPr lang="en-US" dirty="0"/>
              <a:t> А</a:t>
            </a:r>
            <a:r>
              <a:rPr lang="ru-RU" dirty="0" err="1"/>
              <a:t>ндрей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972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20C9A9-E18E-43EA-9777-3597E0B7D91E}"/>
              </a:ext>
            </a:extLst>
          </p:cNvPr>
          <p:cNvSpPr txBox="1">
            <a:spLocks/>
          </p:cNvSpPr>
          <p:nvPr/>
        </p:nvSpPr>
        <p:spPr>
          <a:xfrm>
            <a:off x="838200" y="448499"/>
            <a:ext cx="10515600" cy="107861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000"/>
              <a:t>Задача</a:t>
            </a:r>
            <a:endParaRPr lang="ru-RU" sz="50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BC1F7A-FCDD-4F52-A25D-85F8B1BA8455}"/>
              </a:ext>
            </a:extLst>
          </p:cNvPr>
          <p:cNvSpPr txBox="1">
            <a:spLocks/>
          </p:cNvSpPr>
          <p:nvPr/>
        </p:nvSpPr>
        <p:spPr>
          <a:xfrm>
            <a:off x="831850" y="2029969"/>
            <a:ext cx="10982198" cy="384022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b="1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Задача:</a:t>
            </a:r>
            <a:r>
              <a:rPr lang="ru-RU" b="0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Реализовать простой шифр перестановки для текстового сообщения.</a:t>
            </a:r>
          </a:p>
          <a:p>
            <a:pPr marL="0" indent="0" algn="just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Подзадачи:</a:t>
            </a:r>
          </a:p>
          <a:p>
            <a:pPr algn="l"/>
            <a:r>
              <a:rPr lang="ru-RU" b="0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Преобразовать строку (например, "ПРИВЕТ МИР") в матрицу, записывая символы построчно. Размер матрицы выбрать так, чтобы вместить все символы.</a:t>
            </a:r>
          </a:p>
          <a:p>
            <a:pPr algn="l"/>
            <a:r>
              <a:rPr lang="ru-RU" b="0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функцию </a:t>
            </a:r>
            <a:r>
              <a:rPr lang="ru-RU" b="0" i="0" dirty="0" err="1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encrypt</a:t>
            </a:r>
            <a:r>
              <a:rPr lang="ru-RU" b="0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(Matrix </a:t>
            </a:r>
            <a:r>
              <a:rPr lang="ru-RU" b="0" i="0" dirty="0" err="1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chars</a:t>
            </a:r>
            <a:r>
              <a:rPr lang="ru-RU" b="0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которая "шифрует" сообщение, выполняя </a:t>
            </a:r>
            <a:r>
              <a:rPr lang="ru-RU" b="1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транспонирование</a:t>
            </a:r>
            <a:r>
              <a:rPr lang="ru-RU" b="0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матрицы и считывая символы по столбцам.</a:t>
            </a:r>
          </a:p>
          <a:p>
            <a:pPr algn="l"/>
            <a:r>
              <a:rPr lang="ru-RU" b="0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функцию </a:t>
            </a:r>
            <a:r>
              <a:rPr lang="ru-RU" b="0" i="0" dirty="0" err="1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decrypt</a:t>
            </a:r>
            <a:r>
              <a:rPr lang="ru-RU" b="0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выполняет обратную операцию.</a:t>
            </a:r>
          </a:p>
        </p:txBody>
      </p:sp>
    </p:spTree>
    <p:extLst>
      <p:ext uri="{BB962C8B-B14F-4D97-AF65-F5344CB8AC3E}">
        <p14:creationId xmlns:p14="http://schemas.microsoft.com/office/powerpoint/2010/main" val="483846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4972C41-D3C8-40F8-A2B4-64C01D9F7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43" y="1135033"/>
            <a:ext cx="272177" cy="340162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7DAA80AC-45E3-473D-B562-0D74CDB22157}"/>
              </a:ext>
            </a:extLst>
          </p:cNvPr>
          <p:cNvSpPr/>
          <p:nvPr/>
        </p:nvSpPr>
        <p:spPr>
          <a:xfrm>
            <a:off x="1318880" y="116343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dirty="0"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main.cpp</a:t>
            </a:r>
            <a:endParaRPr lang="en-US" sz="2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D6C4F05-004E-4917-92D3-CD17BDC24061}"/>
              </a:ext>
            </a:extLst>
          </p:cNvPr>
          <p:cNvSpPr/>
          <p:nvPr/>
        </p:nvSpPr>
        <p:spPr>
          <a:xfrm>
            <a:off x="1318878" y="1461134"/>
            <a:ext cx="7733109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Основная логика программы, ввод/вывод данных и управление процессом шифрования/</a:t>
            </a:r>
            <a:r>
              <a:rPr lang="en-US" sz="1600" dirty="0" err="1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дешифрования</a:t>
            </a: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71CE2203-7CB8-4704-818E-DEEB53188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43" y="2543424"/>
            <a:ext cx="272177" cy="340162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50F6029E-6B9C-42CB-9650-D8EF477D03A8}"/>
              </a:ext>
            </a:extLst>
          </p:cNvPr>
          <p:cNvSpPr/>
          <p:nvPr/>
        </p:nvSpPr>
        <p:spPr>
          <a:xfrm>
            <a:off x="1318880" y="2571820"/>
            <a:ext cx="229135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400" dirty="0">
                <a:latin typeface="Roboto Slab" pitchFamily="34" charset="0"/>
                <a:ea typeface="Roboto Slab" pitchFamily="34" charset="-122"/>
              </a:rPr>
              <a:t>matrix.cpp / </a:t>
            </a:r>
            <a:r>
              <a:rPr lang="en-US" sz="2400" dirty="0" err="1">
                <a:latin typeface="Roboto Slab" pitchFamily="34" charset="0"/>
                <a:ea typeface="Roboto Slab" pitchFamily="34" charset="-122"/>
              </a:rPr>
              <a:t>matrix.h</a:t>
            </a:r>
            <a:endParaRPr lang="en-US" sz="2400" dirty="0">
              <a:latin typeface="Roboto Slab" pitchFamily="34" charset="0"/>
              <a:ea typeface="Roboto Slab" pitchFamily="34" charset="-122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0B08180-1971-4CBB-8BF9-C3B5488264F9}"/>
              </a:ext>
            </a:extLst>
          </p:cNvPr>
          <p:cNvSpPr/>
          <p:nvPr/>
        </p:nvSpPr>
        <p:spPr>
          <a:xfrm>
            <a:off x="1318880" y="2873480"/>
            <a:ext cx="7733109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Модуль с реализацией функций для создания, заполнения, транспонирования и очистки матрицы символов.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409A89F4-B76E-49BC-85D3-A41B81B15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43" y="4108570"/>
            <a:ext cx="272177" cy="340162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E0B620C0-FC6B-4AD3-BB80-482CCE2E420D}"/>
              </a:ext>
            </a:extLst>
          </p:cNvPr>
          <p:cNvSpPr/>
          <p:nvPr/>
        </p:nvSpPr>
        <p:spPr>
          <a:xfrm>
            <a:off x="1318880" y="413696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>
              <a:lnSpc>
                <a:spcPts val="2200"/>
              </a:lnSpc>
              <a:buNone/>
            </a:pPr>
            <a:r>
              <a:rPr lang="en-US" sz="2400" dirty="0">
                <a:latin typeface="Roboto Slab" pitchFamily="34" charset="0"/>
                <a:ea typeface="Roboto Slab" pitchFamily="34" charset="-122"/>
              </a:rPr>
              <a:t>CMakeLists.txt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5C5D2EC-BDB5-4713-A1BB-D18B68FC9704}"/>
              </a:ext>
            </a:extLst>
          </p:cNvPr>
          <p:cNvSpPr/>
          <p:nvPr/>
        </p:nvSpPr>
        <p:spPr>
          <a:xfrm>
            <a:off x="1318880" y="4464751"/>
            <a:ext cx="77331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Файл для автоматизации сборки проекта с помощью системы CMake.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09CEDBE9-898B-49F3-B4EF-05811FCE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43" y="5246277"/>
            <a:ext cx="272177" cy="340162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10598B56-0268-4934-9485-B8887FAA2502}"/>
              </a:ext>
            </a:extLst>
          </p:cNvPr>
          <p:cNvSpPr/>
          <p:nvPr/>
        </p:nvSpPr>
        <p:spPr>
          <a:xfrm>
            <a:off x="1318880" y="527467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2400" dirty="0" err="1">
                <a:latin typeface="Roboto Slab" pitchFamily="34" charset="0"/>
                <a:ea typeface="Roboto Slab" pitchFamily="34" charset="-122"/>
              </a:rPr>
              <a:t>Doxygen</a:t>
            </a:r>
            <a:endParaRPr lang="en-US" sz="2400" dirty="0">
              <a:latin typeface="Roboto Slab" pitchFamily="34" charset="0"/>
              <a:ea typeface="Roboto Slab" pitchFamily="34" charset="-122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57A7463-26A3-48E1-B2AD-E0F2EF706984}"/>
              </a:ext>
            </a:extLst>
          </p:cNvPr>
          <p:cNvSpPr/>
          <p:nvPr/>
        </p:nvSpPr>
        <p:spPr>
          <a:xfrm>
            <a:off x="1318879" y="5613989"/>
            <a:ext cx="77331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Средство для автоматической генерации технической документации по исходному коду.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F572CA52-662C-4485-8D81-1646DDF7EA70}"/>
              </a:ext>
            </a:extLst>
          </p:cNvPr>
          <p:cNvSpPr/>
          <p:nvPr/>
        </p:nvSpPr>
        <p:spPr>
          <a:xfrm>
            <a:off x="1" y="368398"/>
            <a:ext cx="12192000" cy="580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</a:pPr>
            <a:r>
              <a:rPr lang="en-US" sz="4400" b="1" cap="all" dirty="0">
                <a:latin typeface="+mj-lt"/>
                <a:ea typeface="+mj-ea"/>
                <a:cs typeface="+mj-cs"/>
              </a:rPr>
              <a:t>СТРУКТУРА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589248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63601C-18D4-A471-120D-0371AB5C7FB3}"/>
              </a:ext>
            </a:extLst>
          </p:cNvPr>
          <p:cNvSpPr txBox="1"/>
          <p:nvPr/>
        </p:nvSpPr>
        <p:spPr>
          <a:xfrm>
            <a:off x="0" y="11176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ФАЙЛ</a:t>
            </a:r>
            <a:r>
              <a:rPr lang="en-US" sz="4000" b="1" dirty="0"/>
              <a:t> </a:t>
            </a:r>
            <a:r>
              <a:rPr lang="ru-RU" sz="4000" b="1" dirty="0"/>
              <a:t>«</a:t>
            </a:r>
            <a:r>
              <a:rPr lang="en-US" sz="4000" b="1" dirty="0"/>
              <a:t>main.cpp</a:t>
            </a:r>
            <a:r>
              <a:rPr lang="ru-RU" sz="4000" b="1" dirty="0"/>
              <a:t>»</a:t>
            </a:r>
            <a:endParaRPr lang="ru-RU" sz="4000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9B3C1D6D-6015-426B-B0E0-E60A72F3D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95" y="1158240"/>
            <a:ext cx="3164447" cy="48085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5E7F5BF-D29B-47DE-890E-A73C7AF52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013" y="1158646"/>
            <a:ext cx="3659707" cy="48021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1F6587D1-1FE0-4250-AFD3-46345778F3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23"/>
          <a:stretch/>
        </p:blipFill>
        <p:spPr bwMode="auto">
          <a:xfrm>
            <a:off x="7880085" y="2080694"/>
            <a:ext cx="4220476" cy="3880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651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E63601C-18D4-A471-120D-0371AB5C7FB3}"/>
              </a:ext>
            </a:extLst>
          </p:cNvPr>
          <p:cNvSpPr txBox="1"/>
          <p:nvPr/>
        </p:nvSpPr>
        <p:spPr>
          <a:xfrm>
            <a:off x="0" y="11176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ФАЙЛ</a:t>
            </a:r>
            <a:r>
              <a:rPr lang="en-US" sz="4000" b="1" dirty="0"/>
              <a:t> </a:t>
            </a:r>
            <a:r>
              <a:rPr lang="ru-RU" sz="4000" b="1" dirty="0"/>
              <a:t>«</a:t>
            </a:r>
            <a:r>
              <a:rPr lang="en-US" sz="4000" b="1" dirty="0"/>
              <a:t>matrix.cpp</a:t>
            </a:r>
            <a:r>
              <a:rPr lang="ru-RU" sz="4000" b="1" dirty="0"/>
              <a:t>»</a:t>
            </a:r>
            <a:endParaRPr lang="ru-RU" sz="40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BD03819-00F0-4C38-B936-8251D61B52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" r="7014" b="6307"/>
          <a:stretch/>
        </p:blipFill>
        <p:spPr bwMode="auto">
          <a:xfrm>
            <a:off x="7766575" y="2328816"/>
            <a:ext cx="4351575" cy="227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9BD9BD7E-7B25-49A0-ACA9-67739896F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86" y="994025"/>
            <a:ext cx="3160394" cy="547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D5C389CE-6B61-4455-BBE8-9AAE8CD92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087" y="994025"/>
            <a:ext cx="3646367" cy="5477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3605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1305CF3-921C-1AEB-3FD1-5A39865D50DF}"/>
              </a:ext>
            </a:extLst>
          </p:cNvPr>
          <p:cNvSpPr txBox="1"/>
          <p:nvPr/>
        </p:nvSpPr>
        <p:spPr>
          <a:xfrm>
            <a:off x="0" y="114014"/>
            <a:ext cx="12191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ФАЙЛ СБОРКИ ПРОЕКТА:</a:t>
            </a:r>
            <a:r>
              <a:rPr lang="en-US" sz="4000" b="1" dirty="0"/>
              <a:t> </a:t>
            </a:r>
            <a:r>
              <a:rPr lang="ru-RU" sz="4000" b="1" dirty="0"/>
              <a:t>CMakeLists.txt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97A404F-4FFA-463B-A06B-B036C2EC1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122" y="1488258"/>
            <a:ext cx="4315365" cy="388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83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A17477-2E14-B8CC-1C10-95B14491406D}"/>
              </a:ext>
            </a:extLst>
          </p:cNvPr>
          <p:cNvSpPr txBox="1"/>
          <p:nvPr/>
        </p:nvSpPr>
        <p:spPr>
          <a:xfrm>
            <a:off x="0" y="173676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Выполнение команды </a:t>
            </a:r>
            <a:r>
              <a:rPr lang="en-US" sz="4000" b="1" dirty="0"/>
              <a:t>./</a:t>
            </a:r>
            <a:r>
              <a:rPr lang="en-US" sz="4000" b="1"/>
              <a:t>matrix</a:t>
            </a:r>
            <a:r>
              <a:rPr lang="en-US" sz="4000" b="1" dirty="0" err="1"/>
              <a:t>_app</a:t>
            </a:r>
            <a:endParaRPr lang="ru-RU" sz="40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AF9D07-004E-4974-BB9D-750CFFF291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186"/>
          <a:stretch/>
        </p:blipFill>
        <p:spPr>
          <a:xfrm>
            <a:off x="2347276" y="1067594"/>
            <a:ext cx="3367129" cy="544632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6DE866-7A77-4DB6-A88E-DFE2390FE4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814"/>
          <a:stretch/>
        </p:blipFill>
        <p:spPr>
          <a:xfrm>
            <a:off x="5780389" y="1059390"/>
            <a:ext cx="3929217" cy="545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89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B01C55-1FBD-02D7-CF3E-8F7AFC68CE65}"/>
              </a:ext>
            </a:extLst>
          </p:cNvPr>
          <p:cNvSpPr txBox="1"/>
          <p:nvPr/>
        </p:nvSpPr>
        <p:spPr>
          <a:xfrm>
            <a:off x="-1" y="329788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/>
              <a:t>ДОКУМЕНТАЦИЯ (</a:t>
            </a:r>
            <a:r>
              <a:rPr lang="en-US" sz="4000" b="1" dirty="0"/>
              <a:t>DOXYGEN)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5AF99BB-FEDC-49FE-8750-A04FC2C79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40" y="2734755"/>
            <a:ext cx="8010519" cy="1388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5908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FE851-B7B1-5758-9E0F-E24E872A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695441"/>
            <a:ext cx="10515600" cy="786573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Выводы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204540-BEE1-401C-992B-5EC9EA841B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20619" y="2376907"/>
            <a:ext cx="1107834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Создана программа «Шифровальщик сообщений (Мессенджер)», реализующая шифр перестановки на основе транспонирования матрицы символов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**).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ru-RU" alt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функции обеспечивающие корректное шифрование и расшифровку текста.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Освоены приёмы работы с указателями, матрицами и функциями в языке C++.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Использованы инструменты VS Code,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CMake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Doxygen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разработки и документирования проекта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решении задач применялись ИИ-ассистенты, что повысило скорость и качество выполнения работы.</a:t>
            </a:r>
          </a:p>
        </p:txBody>
      </p:sp>
    </p:spTree>
    <p:extLst>
      <p:ext uri="{BB962C8B-B14F-4D97-AF65-F5344CB8AC3E}">
        <p14:creationId xmlns:p14="http://schemas.microsoft.com/office/powerpoint/2010/main" val="3394127565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Градиент</Template>
  <TotalTime>146</TotalTime>
  <Words>267</Words>
  <PresentationFormat>Широкоэкранный</PresentationFormat>
  <Paragraphs>34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Roboto Slab</vt:lpstr>
      <vt:lpstr>Times New Roman</vt:lpstr>
      <vt:lpstr>Univers</vt:lpstr>
      <vt:lpstr>GradientVTI</vt:lpstr>
      <vt:lpstr>ЛАБОРАТОРНАЯ РАБОТА №3 «КЕЙС «ШИФРОВАЛЬЩИК СООБЩЕНИЙ (МЕССЕНДЖЕР)»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2025-10-06T09:04:19Z</dcterms:created>
  <dcterms:modified xsi:type="dcterms:W3CDTF">2025-10-08T18:25:10Z</dcterms:modified>
</cp:coreProperties>
</file>